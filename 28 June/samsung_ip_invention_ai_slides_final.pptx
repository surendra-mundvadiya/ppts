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Invention Discussion &amp; Patentability Assessment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6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ideas, assessing patentability, searching prior art, and supporting claim drafting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874520" cy="27432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mnt/data/patent_visual.jpg">    </p:cNvPr>
          <p:cNvPicPr>
            <a:picLocks noChangeAspect="1"/>
          </p:cNvPicPr>
          <p:nvPr/>
        </p:nvPicPr>
        <p:blipFill>
          <a:blip r:embed="rId1"/>
          <a:srcRect l="0" r="0" t="10578" b="10578"/>
          <a:stretch/>
        </p:blipFill>
        <p:spPr>
          <a:xfrm>
            <a:off x="8458200" y="256032"/>
            <a:ext cx="3246120" cy="1124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58200" y="1472184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Glasses invention work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58200" y="1810512"/>
            <a:ext cx="3246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06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with the inventor to understand the technical idea, identify claimable features, and refine the invention direction from an IP-value perspective.</a:t>
            </a:r>
            <a:endParaRPr lang="en-US" sz="1060" dirty="0"/>
          </a:p>
        </p:txBody>
      </p:sp>
      <p:sp>
        <p:nvSpPr>
          <p:cNvPr id="8" name="Text 5"/>
          <p:cNvSpPr/>
          <p:nvPr/>
        </p:nvSpPr>
        <p:spPr>
          <a:xfrm>
            <a:off x="566928" y="1444752"/>
            <a:ext cx="3886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7D4F5">
                <a:alpha val="9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did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1837944"/>
            <a:ext cx="3886200" cy="4288536"/>
          </a:xfrm>
          <a:prstGeom prst="rect">
            <a:avLst/>
          </a:prstGeom>
          <a:solidFill>
            <a:srgbClr val="F6FBFF"/>
          </a:solidFill>
          <a:ln w="9525">
            <a:solidFill>
              <a:srgbClr val="A7D4F5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Discussed the invention to understand the problem, solution, technical flow, and practical implementation.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 patentability on novelty, inventive step / non-obviousness, industrial applicability, and technical contribution.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on AR-glasses-related ideas and identified claimable technical features.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Conducted prior art search for similar ideas using keywords, concepts, classifications, and comparable implementations.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convert invention features into clearer claim elements with disclosure support.</a:t>
            </a:r>
            <a:endParaRPr lang="en-US" sz="1340" dirty="0"/>
          </a:p>
        </p:txBody>
      </p:sp>
      <p:sp>
        <p:nvSpPr>
          <p:cNvPr id="10" name="Text 7"/>
          <p:cNvSpPr/>
          <p:nvPr/>
        </p:nvSpPr>
        <p:spPr>
          <a:xfrm>
            <a:off x="4681728" y="1444752"/>
            <a:ext cx="34930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7D4F5">
                <a:alpha val="9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learned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81728" y="1837944"/>
            <a:ext cx="3493008" cy="4288536"/>
          </a:xfrm>
          <a:prstGeom prst="rect">
            <a:avLst/>
          </a:prstGeom>
          <a:solidFill>
            <a:srgbClr val="F6FBFF"/>
          </a:solidFill>
          <a:ln w="9525">
            <a:solidFill>
              <a:srgbClr val="A7D4F5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Invention discussion is not only recording an idea; it is also guiding the inventor toward a stronger IP direction.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valuable Samsung patent needs a clear problem, concrete solution, and technical advantage over prior art.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art search helps shape claim scope and identify stronger novelty / inventive-step positions.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inventor clarifications can materially improve claim strength and patentability.</a:t>
            </a:r>
            <a:endParaRPr lang="en-US" sz="1340" dirty="0"/>
          </a:p>
        </p:txBody>
      </p:sp>
      <p:sp>
        <p:nvSpPr>
          <p:cNvPr id="12" name="Text 9"/>
          <p:cNvSpPr/>
          <p:nvPr/>
        </p:nvSpPr>
        <p:spPr>
          <a:xfrm>
            <a:off x="502920" y="65288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IP Internship | 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887968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work described at high level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AI During the Internship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6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was used as a structured research and drafting aid, with legal and technical review retained by the IP team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874520" cy="27432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mnt/data/chip_visual.jpg">    </p:cNvPr>
          <p:cNvPicPr>
            <a:picLocks noChangeAspect="1"/>
          </p:cNvPicPr>
          <p:nvPr/>
        </p:nvPicPr>
        <p:blipFill>
          <a:blip r:embed="rId1"/>
          <a:srcRect l="0" r="0" t="23108" b="23108"/>
          <a:stretch/>
        </p:blipFill>
        <p:spPr>
          <a:xfrm>
            <a:off x="8366760" y="256032"/>
            <a:ext cx="3337560" cy="1124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66760" y="14813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AI-assisted workflow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66760" y="1810512"/>
            <a:ext cx="3337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06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AI for speed, structure, and drafting clarity; final judgment remained based on technical disclosure, prior art comparison, and mentor review.</a:t>
            </a:r>
            <a:endParaRPr lang="en-US" sz="1060" dirty="0"/>
          </a:p>
        </p:txBody>
      </p:sp>
      <p:sp>
        <p:nvSpPr>
          <p:cNvPr id="8" name="Text 5"/>
          <p:cNvSpPr/>
          <p:nvPr/>
        </p:nvSpPr>
        <p:spPr>
          <a:xfrm>
            <a:off x="566928" y="1444752"/>
            <a:ext cx="3931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7D4F5">
                <a:alpha val="9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 used AI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1837944"/>
            <a:ext cx="3931920" cy="4288536"/>
          </a:xfrm>
          <a:prstGeom prst="rect">
            <a:avLst/>
          </a:prstGeom>
          <a:solidFill>
            <a:srgbClr val="F6FBFF"/>
          </a:solidFill>
          <a:ln w="9525">
            <a:solidFill>
              <a:srgbClr val="A7D4F5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art keyword detection: generated synonyms, technical keyword clusters, and alternate search expressions.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review: supported structured reading of Wi-Fi 8 standard/proposal text for claim-element identification.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drafting: helped convert technical disclosure into clearer and more understandable claim language.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 creation: organized AI-driven cybersecurity patents into categories, problem areas, assignees, and opportunities.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support: extracted distinctions between invention features and prior-art references.</a:t>
            </a:r>
            <a:endParaRPr lang="en-US" sz="1340" dirty="0"/>
          </a:p>
        </p:txBody>
      </p:sp>
      <p:sp>
        <p:nvSpPr>
          <p:cNvPr id="10" name="Text 7"/>
          <p:cNvSpPr/>
          <p:nvPr/>
        </p:nvSpPr>
        <p:spPr>
          <a:xfrm>
            <a:off x="4736592" y="1444752"/>
            <a:ext cx="34015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7D4F5">
                <a:alpha val="90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 / learned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36592" y="1837944"/>
            <a:ext cx="3401568" cy="4288536"/>
          </a:xfrm>
          <a:prstGeom prst="rect">
            <a:avLst/>
          </a:prstGeom>
          <a:solidFill>
            <a:srgbClr val="F6FBFF"/>
          </a:solidFill>
          <a:ln w="9525">
            <a:solidFill>
              <a:srgbClr val="A7D4F5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reusable AI-assisted claim-drafting skill / prompt workflow modeled on Naveen Sir’s drafting approach.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to use AI for structure, search strategy, and drafting clarity, not as a substitute for legal judgment.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every AI-generated keyword, claim phrase, and interpretation against disclosure and prior art.</a:t>
            </a:r>
            <a:endParaRPr lang="en-US" sz="1340" dirty="0"/>
          </a:p>
          <a:p>
            <a:r>
              <a:rPr lang="en-US" sz="13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translation of engineering ideas into patent language without losing technical meaning.</a:t>
            </a:r>
            <a:endParaRPr lang="en-US" sz="1340" dirty="0"/>
          </a:p>
        </p:txBody>
      </p:sp>
      <p:sp>
        <p:nvSpPr>
          <p:cNvPr id="12" name="Text 9"/>
          <p:cNvSpPr/>
          <p:nvPr/>
        </p:nvSpPr>
        <p:spPr>
          <a:xfrm>
            <a:off x="502920" y="65288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IP Internship | 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887968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work described at high level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Invention Assessment and AI Usage</dc:title>
  <dc:subject>Samsung IP Internship Slides</dc:subject>
  <dc:creator>OpenAI</dc:creator>
  <cp:lastModifiedBy>OpenAI</cp:lastModifiedBy>
  <cp:revision>1</cp:revision>
  <dcterms:created xsi:type="dcterms:W3CDTF">2026-06-28T13:38:37Z</dcterms:created>
  <dcterms:modified xsi:type="dcterms:W3CDTF">2026-06-28T13:38:37Z</dcterms:modified>
</cp:coreProperties>
</file>